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9"/>
  </p:notesMasterIdLst>
  <p:sldIdLst>
    <p:sldId id="256" r:id="rId2"/>
    <p:sldId id="259" r:id="rId3"/>
    <p:sldId id="268" r:id="rId4"/>
    <p:sldId id="260" r:id="rId5"/>
    <p:sldId id="261" r:id="rId6"/>
    <p:sldId id="270" r:id="rId7"/>
    <p:sldId id="264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8C7F5C-6633-47E7-9AF4-57AB9503972B}">
  <a:tblStyle styleId="{7A8C7F5C-6633-47E7-9AF4-57AB950397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72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89fcc27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89fcc27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0e31868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70e31868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1fdc4dfe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71fdc4dfe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70e318683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70e318683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71fdc4dfe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71fdc4dfe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71fdc4dfe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71fdc4dfe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1fdc4dfe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1fdc4dfe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00663" y="3049987"/>
            <a:ext cx="37710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70800" y="980253"/>
            <a:ext cx="3720000" cy="22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Font typeface="Sarala"/>
              <a:buNone/>
              <a:defRPr sz="5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25" y="4063975"/>
            <a:ext cx="2175600" cy="7236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3225" y="0"/>
            <a:ext cx="41784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rgbClr val="FF72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6853800" y="4787100"/>
            <a:ext cx="22905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6853800" y="0"/>
            <a:ext cx="22902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609947" y="564207"/>
            <a:ext cx="2460000" cy="11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609958" y="1659000"/>
            <a:ext cx="2290200" cy="18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713225" y="4776850"/>
            <a:ext cx="6140700" cy="3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0" y="4050475"/>
            <a:ext cx="713100" cy="3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490000" y="1977597"/>
            <a:ext cx="26865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599000" y="553250"/>
            <a:ext cx="2733300" cy="11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11050" y="4424050"/>
            <a:ext cx="2279400" cy="71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8430775" y="4419900"/>
            <a:ext cx="713100" cy="71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2290350" y="2212200"/>
            <a:ext cx="4563600" cy="719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-8425" y="2212200"/>
            <a:ext cx="721500" cy="71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8428075" y="2212200"/>
            <a:ext cx="721500" cy="71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SECTION_TITLE_AND_DESCRIPTION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813650" y="2961130"/>
            <a:ext cx="240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813650" y="3280291"/>
            <a:ext cx="24006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 idx="2"/>
          </p:nvPr>
        </p:nvSpPr>
        <p:spPr>
          <a:xfrm>
            <a:off x="3371700" y="2961130"/>
            <a:ext cx="240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3"/>
          </p:nvPr>
        </p:nvSpPr>
        <p:spPr>
          <a:xfrm>
            <a:off x="3371700" y="3280291"/>
            <a:ext cx="24006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4"/>
          </p:nvPr>
        </p:nvSpPr>
        <p:spPr>
          <a:xfrm>
            <a:off x="5929750" y="2961130"/>
            <a:ext cx="240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5"/>
          </p:nvPr>
        </p:nvSpPr>
        <p:spPr>
          <a:xfrm>
            <a:off x="5929750" y="3280291"/>
            <a:ext cx="24006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0" y="4419900"/>
            <a:ext cx="91440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6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rgbClr val="FF72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">
  <p:cSld name="SECTION_TITLE_AND_DESCRIPTION_1_1_3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923550" y="2104063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1"/>
          </p:nvPr>
        </p:nvSpPr>
        <p:spPr>
          <a:xfrm>
            <a:off x="923550" y="2475136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 idx="2"/>
          </p:nvPr>
        </p:nvSpPr>
        <p:spPr>
          <a:xfrm>
            <a:off x="923550" y="3506341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3"/>
          </p:nvPr>
        </p:nvSpPr>
        <p:spPr>
          <a:xfrm>
            <a:off x="923550" y="3877413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 idx="4"/>
          </p:nvPr>
        </p:nvSpPr>
        <p:spPr>
          <a:xfrm>
            <a:off x="6029625" y="2104063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5"/>
          </p:nvPr>
        </p:nvSpPr>
        <p:spPr>
          <a:xfrm>
            <a:off x="6029625" y="2475137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title" idx="6"/>
          </p:nvPr>
        </p:nvSpPr>
        <p:spPr>
          <a:xfrm>
            <a:off x="6029625" y="3506343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7"/>
          </p:nvPr>
        </p:nvSpPr>
        <p:spPr>
          <a:xfrm>
            <a:off x="6029625" y="3877414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 idx="8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5575" y="-5125"/>
            <a:ext cx="707700" cy="145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8435675" y="719350"/>
            <a:ext cx="707700" cy="145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575" y="4783500"/>
            <a:ext cx="7077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ly Title 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/>
          <p:nvPr/>
        </p:nvSpPr>
        <p:spPr>
          <a:xfrm>
            <a:off x="0" y="719350"/>
            <a:ext cx="713100" cy="441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8430775" y="2571750"/>
            <a:ext cx="713100" cy="25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8430775" y="-1600"/>
            <a:ext cx="713100" cy="7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892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of text 2">
  <p:cSld name="One column of text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 flipH="1">
            <a:off x="0" y="3701400"/>
            <a:ext cx="4518600" cy="9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/>
          <p:nvPr/>
        </p:nvSpPr>
        <p:spPr>
          <a:xfrm flipH="1">
            <a:off x="50" y="0"/>
            <a:ext cx="4032000" cy="42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/>
          <p:nvPr/>
        </p:nvSpPr>
        <p:spPr>
          <a:xfrm flipH="1">
            <a:off x="8430825" y="0"/>
            <a:ext cx="713100" cy="7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/>
          <p:nvPr/>
        </p:nvSpPr>
        <p:spPr>
          <a:xfrm flipH="1">
            <a:off x="7652025" y="4786500"/>
            <a:ext cx="1491900" cy="35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1312150" y="1331500"/>
            <a:ext cx="2417400" cy="12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1"/>
          </p:nvPr>
        </p:nvSpPr>
        <p:spPr>
          <a:xfrm>
            <a:off x="1332300" y="2549613"/>
            <a:ext cx="2376900" cy="12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289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rala"/>
              <a:buNone/>
              <a:defRPr sz="3500" b="1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58" r:id="rId5"/>
    <p:sldLayoutId id="2147483660" r:id="rId6"/>
    <p:sldLayoutId id="2147483665" r:id="rId7"/>
    <p:sldLayoutId id="2147483672" r:id="rId8"/>
    <p:sldLayoutId id="214748367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/>
          <p:nvPr/>
        </p:nvSpPr>
        <p:spPr>
          <a:xfrm>
            <a:off x="125" y="4063975"/>
            <a:ext cx="21756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ctrTitle"/>
          </p:nvPr>
        </p:nvSpPr>
        <p:spPr>
          <a:xfrm>
            <a:off x="570800" y="980253"/>
            <a:ext cx="3720000" cy="22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BetterFit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96" name="Google Shape;196;p26"/>
          <p:cNvSpPr txBox="1">
            <a:spLocks noGrp="1"/>
          </p:cNvSpPr>
          <p:nvPr>
            <p:ph type="subTitle" idx="1"/>
          </p:nvPr>
        </p:nvSpPr>
        <p:spPr>
          <a:xfrm>
            <a:off x="600663" y="3049987"/>
            <a:ext cx="37710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Calorie Tracking Application</a:t>
            </a:r>
            <a:endParaRPr dirty="0"/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 l="13691" t="10709" r="13676" b="10717"/>
          <a:stretch/>
        </p:blipFill>
        <p:spPr>
          <a:xfrm>
            <a:off x="5120350" y="719701"/>
            <a:ext cx="3539024" cy="38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>
            <a:spLocks noGrp="1"/>
          </p:cNvSpPr>
          <p:nvPr>
            <p:ph type="title"/>
          </p:nvPr>
        </p:nvSpPr>
        <p:spPr>
          <a:xfrm>
            <a:off x="609947" y="564207"/>
            <a:ext cx="2460000" cy="11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Other Apps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3" name="Google Shape;233;p29"/>
          <p:cNvSpPr txBox="1">
            <a:spLocks noGrp="1"/>
          </p:cNvSpPr>
          <p:nvPr>
            <p:ph type="subTitle" idx="1"/>
          </p:nvPr>
        </p:nvSpPr>
        <p:spPr>
          <a:xfrm>
            <a:off x="609958" y="1673801"/>
            <a:ext cx="2290200" cy="18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Gripes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5 items a day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Re-Add daily items</a:t>
            </a:r>
            <a:endParaRPr dirty="0"/>
          </a:p>
        </p:txBody>
      </p:sp>
      <p:sp>
        <p:nvSpPr>
          <p:cNvPr id="234" name="Google Shape;234;p29"/>
          <p:cNvSpPr/>
          <p:nvPr/>
        </p:nvSpPr>
        <p:spPr>
          <a:xfrm>
            <a:off x="713225" y="4776850"/>
            <a:ext cx="6140700" cy="3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9"/>
          <p:cNvSpPr/>
          <p:nvPr/>
        </p:nvSpPr>
        <p:spPr>
          <a:xfrm>
            <a:off x="6853800" y="0"/>
            <a:ext cx="22902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33;p29">
            <a:extLst>
              <a:ext uri="{FF2B5EF4-FFF2-40B4-BE49-F238E27FC236}">
                <a16:creationId xmlns:a16="http://schemas.microsoft.com/office/drawing/2014/main" id="{6CAA4B37-1274-3C32-E1B5-476ED81477C6}"/>
              </a:ext>
            </a:extLst>
          </p:cNvPr>
          <p:cNvSpPr txBox="1">
            <a:spLocks/>
          </p:cNvSpPr>
          <p:nvPr/>
        </p:nvSpPr>
        <p:spPr>
          <a:xfrm>
            <a:off x="5271708" y="1691849"/>
            <a:ext cx="3164184" cy="1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600"/>
              </a:spcAft>
              <a:buSzPts val="1100"/>
              <a:buFont typeface="Arial"/>
              <a:buNone/>
            </a:pPr>
            <a:r>
              <a:rPr lang="en-US" b="1" dirty="0"/>
              <a:t>Inspirations</a:t>
            </a:r>
          </a:p>
          <a:p>
            <a:pPr marL="0" indent="0">
              <a:spcAft>
                <a:spcPts val="1600"/>
              </a:spcAft>
              <a:buSzPts val="1100"/>
              <a:buFont typeface="Arial"/>
              <a:buNone/>
            </a:pPr>
            <a:r>
              <a:rPr lang="en-US" dirty="0"/>
              <a:t>Split food items by meals</a:t>
            </a:r>
          </a:p>
          <a:p>
            <a:pPr marL="0" indent="0">
              <a:spcAft>
                <a:spcPts val="1600"/>
              </a:spcAft>
              <a:buSzPts val="1100"/>
              <a:buFont typeface="Arial"/>
              <a:buNone/>
            </a:pPr>
            <a:r>
              <a:rPr lang="en-US" dirty="0"/>
              <a:t>Display sectioned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 txBox="1">
            <a:spLocks noGrp="1"/>
          </p:cNvSpPr>
          <p:nvPr>
            <p:ph type="title" idx="8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lang="en">
                <a:solidFill>
                  <a:schemeClr val="accent1"/>
                </a:solidFill>
              </a:rPr>
              <a:t>GOALS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89" name="Google Shape;389;p38"/>
          <p:cNvSpPr txBox="1">
            <a:spLocks noGrp="1"/>
          </p:cNvSpPr>
          <p:nvPr>
            <p:ph type="title"/>
          </p:nvPr>
        </p:nvSpPr>
        <p:spPr>
          <a:xfrm>
            <a:off x="923550" y="1875463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 1</a:t>
            </a:r>
            <a:endParaRPr dirty="0"/>
          </a:p>
        </p:txBody>
      </p:sp>
      <p:sp>
        <p:nvSpPr>
          <p:cNvPr id="390" name="Google Shape;390;p38"/>
          <p:cNvSpPr txBox="1">
            <a:spLocks noGrp="1"/>
          </p:cNvSpPr>
          <p:nvPr>
            <p:ph type="subTitle" idx="1"/>
          </p:nvPr>
        </p:nvSpPr>
        <p:spPr>
          <a:xfrm>
            <a:off x="923550" y="2246536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Allow users to add many items</a:t>
            </a:r>
            <a:endParaRPr dirty="0"/>
          </a:p>
        </p:txBody>
      </p:sp>
      <p:sp>
        <p:nvSpPr>
          <p:cNvPr id="391" name="Google Shape;391;p38"/>
          <p:cNvSpPr txBox="1">
            <a:spLocks noGrp="1"/>
          </p:cNvSpPr>
          <p:nvPr>
            <p:ph type="title" idx="2"/>
          </p:nvPr>
        </p:nvSpPr>
        <p:spPr>
          <a:xfrm>
            <a:off x="923550" y="3277741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3</a:t>
            </a:r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subTitle" idx="3"/>
          </p:nvPr>
        </p:nvSpPr>
        <p:spPr>
          <a:xfrm>
            <a:off x="923550" y="3648813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Give useful information</a:t>
            </a:r>
            <a:endParaRPr dirty="0"/>
          </a:p>
        </p:txBody>
      </p:sp>
      <p:sp>
        <p:nvSpPr>
          <p:cNvPr id="393" name="Google Shape;393;p38"/>
          <p:cNvSpPr txBox="1">
            <a:spLocks noGrp="1"/>
          </p:cNvSpPr>
          <p:nvPr>
            <p:ph type="title" idx="4"/>
          </p:nvPr>
        </p:nvSpPr>
        <p:spPr>
          <a:xfrm>
            <a:off x="6029625" y="1875463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2</a:t>
            </a:r>
            <a:endParaRPr/>
          </a:p>
        </p:txBody>
      </p:sp>
      <p:sp>
        <p:nvSpPr>
          <p:cNvPr id="394" name="Google Shape;394;p38"/>
          <p:cNvSpPr txBox="1">
            <a:spLocks noGrp="1"/>
          </p:cNvSpPr>
          <p:nvPr>
            <p:ph type="subTitle" idx="5"/>
          </p:nvPr>
        </p:nvSpPr>
        <p:spPr>
          <a:xfrm>
            <a:off x="6029625" y="2246537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Display in a way that made sense</a:t>
            </a:r>
            <a:endParaRPr dirty="0"/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 idx="6"/>
          </p:nvPr>
        </p:nvSpPr>
        <p:spPr>
          <a:xfrm>
            <a:off x="6029625" y="3277743"/>
            <a:ext cx="21909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4</a:t>
            </a:r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subTitle" idx="7"/>
          </p:nvPr>
        </p:nvSpPr>
        <p:spPr>
          <a:xfrm>
            <a:off x="6029625" y="3648814"/>
            <a:ext cx="21909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 goal and statistics </a:t>
            </a:r>
            <a:endParaRPr dirty="0"/>
          </a:p>
        </p:txBody>
      </p:sp>
      <p:sp>
        <p:nvSpPr>
          <p:cNvPr id="398" name="Google Shape;398;p38"/>
          <p:cNvSpPr/>
          <p:nvPr/>
        </p:nvSpPr>
        <p:spPr>
          <a:xfrm>
            <a:off x="4762787" y="3304275"/>
            <a:ext cx="882300" cy="88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4762787" y="1902000"/>
            <a:ext cx="882300" cy="88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3492962" y="3304275"/>
            <a:ext cx="882300" cy="882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8"/>
          <p:cNvSpPr/>
          <p:nvPr/>
        </p:nvSpPr>
        <p:spPr>
          <a:xfrm>
            <a:off x="3479805" y="1888724"/>
            <a:ext cx="882300" cy="88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5786;p62">
            <a:extLst>
              <a:ext uri="{FF2B5EF4-FFF2-40B4-BE49-F238E27FC236}">
                <a16:creationId xmlns:a16="http://schemas.microsoft.com/office/drawing/2014/main" id="{8D895155-F7CE-E1C2-6E8F-2562E352CB3E}"/>
              </a:ext>
            </a:extLst>
          </p:cNvPr>
          <p:cNvSpPr/>
          <p:nvPr/>
        </p:nvSpPr>
        <p:spPr>
          <a:xfrm>
            <a:off x="3565803" y="2032888"/>
            <a:ext cx="710304" cy="562016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5450;p61">
            <a:extLst>
              <a:ext uri="{FF2B5EF4-FFF2-40B4-BE49-F238E27FC236}">
                <a16:creationId xmlns:a16="http://schemas.microsoft.com/office/drawing/2014/main" id="{D0AEA4DA-4644-DED5-439F-DF2EFF8AFCB7}"/>
              </a:ext>
            </a:extLst>
          </p:cNvPr>
          <p:cNvGrpSpPr/>
          <p:nvPr/>
        </p:nvGrpSpPr>
        <p:grpSpPr>
          <a:xfrm>
            <a:off x="4856316" y="2015212"/>
            <a:ext cx="691120" cy="615701"/>
            <a:chOff x="1492675" y="2027925"/>
            <a:chExt cx="481825" cy="481825"/>
          </a:xfrm>
          <a:solidFill>
            <a:schemeClr val="bg1"/>
          </a:solidFill>
        </p:grpSpPr>
        <p:sp>
          <p:nvSpPr>
            <p:cNvPr id="5" name="Google Shape;5451;p61">
              <a:extLst>
                <a:ext uri="{FF2B5EF4-FFF2-40B4-BE49-F238E27FC236}">
                  <a16:creationId xmlns:a16="http://schemas.microsoft.com/office/drawing/2014/main" id="{799C02AB-091D-9376-BF71-D5B684A22B93}"/>
                </a:ext>
              </a:extLst>
            </p:cNvPr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" name="Google Shape;5452;p61">
              <a:extLst>
                <a:ext uri="{FF2B5EF4-FFF2-40B4-BE49-F238E27FC236}">
                  <a16:creationId xmlns:a16="http://schemas.microsoft.com/office/drawing/2014/main" id="{3E897E92-911D-180D-17EA-E3EC8381DA33}"/>
                </a:ext>
              </a:extLst>
            </p:cNvPr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" name="Google Shape;5453;p61">
              <a:extLst>
                <a:ext uri="{FF2B5EF4-FFF2-40B4-BE49-F238E27FC236}">
                  <a16:creationId xmlns:a16="http://schemas.microsoft.com/office/drawing/2014/main" id="{D65C5F09-5A75-1454-49F4-005A300F874E}"/>
                </a:ext>
              </a:extLst>
            </p:cNvPr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5454;p61">
              <a:extLst>
                <a:ext uri="{FF2B5EF4-FFF2-40B4-BE49-F238E27FC236}">
                  <a16:creationId xmlns:a16="http://schemas.microsoft.com/office/drawing/2014/main" id="{7BBED783-783D-360C-09BD-67DE8238F52C}"/>
                </a:ext>
              </a:extLst>
            </p:cNvPr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5455;p61">
              <a:extLst>
                <a:ext uri="{FF2B5EF4-FFF2-40B4-BE49-F238E27FC236}">
                  <a16:creationId xmlns:a16="http://schemas.microsoft.com/office/drawing/2014/main" id="{07530D66-6B37-F7FA-F30D-4344D9A93877}"/>
                </a:ext>
              </a:extLst>
            </p:cNvPr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sp>
        <p:nvSpPr>
          <p:cNvPr id="10" name="Google Shape;6806;p64">
            <a:extLst>
              <a:ext uri="{FF2B5EF4-FFF2-40B4-BE49-F238E27FC236}">
                <a16:creationId xmlns:a16="http://schemas.microsoft.com/office/drawing/2014/main" id="{81171CE9-BDF0-CB7A-E046-2C5A538CA871}"/>
              </a:ext>
            </a:extLst>
          </p:cNvPr>
          <p:cNvSpPr/>
          <p:nvPr/>
        </p:nvSpPr>
        <p:spPr>
          <a:xfrm>
            <a:off x="3613351" y="3438141"/>
            <a:ext cx="662756" cy="614567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5780;p62">
            <a:extLst>
              <a:ext uri="{FF2B5EF4-FFF2-40B4-BE49-F238E27FC236}">
                <a16:creationId xmlns:a16="http://schemas.microsoft.com/office/drawing/2014/main" id="{7547E53D-0AD7-C4E4-7D32-C0DEF6B0DDFE}"/>
              </a:ext>
            </a:extLst>
          </p:cNvPr>
          <p:cNvGrpSpPr/>
          <p:nvPr/>
        </p:nvGrpSpPr>
        <p:grpSpPr>
          <a:xfrm>
            <a:off x="4907041" y="3391661"/>
            <a:ext cx="630084" cy="667359"/>
            <a:chOff x="-41893475" y="3584850"/>
            <a:chExt cx="318225" cy="316650"/>
          </a:xfrm>
          <a:solidFill>
            <a:schemeClr val="bg1"/>
          </a:solidFill>
        </p:grpSpPr>
        <p:sp>
          <p:nvSpPr>
            <p:cNvPr id="12" name="Google Shape;5781;p62">
              <a:extLst>
                <a:ext uri="{FF2B5EF4-FFF2-40B4-BE49-F238E27FC236}">
                  <a16:creationId xmlns:a16="http://schemas.microsoft.com/office/drawing/2014/main" id="{4D1622CC-5BD9-BC6F-20FF-6330444767A4}"/>
                </a:ext>
              </a:extLst>
            </p:cNvPr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82;p62">
              <a:extLst>
                <a:ext uri="{FF2B5EF4-FFF2-40B4-BE49-F238E27FC236}">
                  <a16:creationId xmlns:a16="http://schemas.microsoft.com/office/drawing/2014/main" id="{25314C0E-15F3-2947-5C80-6E24B4EE913C}"/>
                </a:ext>
              </a:extLst>
            </p:cNvPr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83;p62">
              <a:extLst>
                <a:ext uri="{FF2B5EF4-FFF2-40B4-BE49-F238E27FC236}">
                  <a16:creationId xmlns:a16="http://schemas.microsoft.com/office/drawing/2014/main" id="{6CBFE26A-362C-FA78-DA18-DF0FBA04822C}"/>
                </a:ext>
              </a:extLst>
            </p:cNvPr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784;p62">
              <a:extLst>
                <a:ext uri="{FF2B5EF4-FFF2-40B4-BE49-F238E27FC236}">
                  <a16:creationId xmlns:a16="http://schemas.microsoft.com/office/drawing/2014/main" id="{3C25A0BA-F7E3-5098-28E9-61C231C5F2DA}"/>
                </a:ext>
              </a:extLst>
            </p:cNvPr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63;p30">
            <a:extLst>
              <a:ext uri="{FF2B5EF4-FFF2-40B4-BE49-F238E27FC236}">
                <a16:creationId xmlns:a16="http://schemas.microsoft.com/office/drawing/2014/main" id="{1DFFAE68-CD38-27C4-1C01-5327149EE71C}"/>
              </a:ext>
            </a:extLst>
          </p:cNvPr>
          <p:cNvSpPr/>
          <p:nvPr/>
        </p:nvSpPr>
        <p:spPr>
          <a:xfrm>
            <a:off x="5148592" y="2963442"/>
            <a:ext cx="1248166" cy="11238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63;p30">
            <a:extLst>
              <a:ext uri="{FF2B5EF4-FFF2-40B4-BE49-F238E27FC236}">
                <a16:creationId xmlns:a16="http://schemas.microsoft.com/office/drawing/2014/main" id="{F2485131-9721-5DDA-C700-4C82178C2DB0}"/>
              </a:ext>
            </a:extLst>
          </p:cNvPr>
          <p:cNvSpPr/>
          <p:nvPr/>
        </p:nvSpPr>
        <p:spPr>
          <a:xfrm>
            <a:off x="2631018" y="2905357"/>
            <a:ext cx="1248166" cy="11238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63;p30">
            <a:extLst>
              <a:ext uri="{FF2B5EF4-FFF2-40B4-BE49-F238E27FC236}">
                <a16:creationId xmlns:a16="http://schemas.microsoft.com/office/drawing/2014/main" id="{B8753708-34CA-F5E5-03B1-0DD82F771165}"/>
              </a:ext>
            </a:extLst>
          </p:cNvPr>
          <p:cNvSpPr/>
          <p:nvPr/>
        </p:nvSpPr>
        <p:spPr>
          <a:xfrm>
            <a:off x="6439127" y="1374318"/>
            <a:ext cx="1248166" cy="11238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3;p30">
            <a:extLst>
              <a:ext uri="{FF2B5EF4-FFF2-40B4-BE49-F238E27FC236}">
                <a16:creationId xmlns:a16="http://schemas.microsoft.com/office/drawing/2014/main" id="{B41CD9A3-53B1-20F8-5D89-3733AD7EA496}"/>
              </a:ext>
            </a:extLst>
          </p:cNvPr>
          <p:cNvSpPr/>
          <p:nvPr/>
        </p:nvSpPr>
        <p:spPr>
          <a:xfrm>
            <a:off x="3879184" y="1339863"/>
            <a:ext cx="1248166" cy="11238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title" idx="6"/>
          </p:nvPr>
        </p:nvSpPr>
        <p:spPr>
          <a:xfrm>
            <a:off x="603350" y="457057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Tech</a:t>
            </a:r>
            <a:r>
              <a:rPr lang="en" dirty="0"/>
              <a:t> </a:t>
            </a:r>
            <a:r>
              <a:rPr lang="en" dirty="0">
                <a:solidFill>
                  <a:schemeClr val="accent1"/>
                </a:solidFill>
              </a:rPr>
              <a:t>Stack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1382852" y="1309755"/>
            <a:ext cx="1248166" cy="11238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Picture 10" descr="Docker, logo, logos icon - Free download on Iconfinder">
            <a:extLst>
              <a:ext uri="{FF2B5EF4-FFF2-40B4-BE49-F238E27FC236}">
                <a16:creationId xmlns:a16="http://schemas.microsoft.com/office/drawing/2014/main" id="{A7DD3DB4-BC51-B7EC-E4D6-B59330D19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039" y="1270179"/>
            <a:ext cx="1247553" cy="126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0" descr="SQL Server Monitoring and Performance Management with Instana | IBM">
            <a:extLst>
              <a:ext uri="{FF2B5EF4-FFF2-40B4-BE49-F238E27FC236}">
                <a16:creationId xmlns:a16="http://schemas.microsoft.com/office/drawing/2014/main" id="{1E2D06BC-83DE-06A7-3444-96212330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773" y="1170293"/>
            <a:ext cx="2030875" cy="153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Brand">
            <a:extLst>
              <a:ext uri="{FF2B5EF4-FFF2-40B4-BE49-F238E27FC236}">
                <a16:creationId xmlns:a16="http://schemas.microsoft.com/office/drawing/2014/main" id="{BA5CFA11-9DAD-6E9A-C668-4BDDEB145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57" y="1387138"/>
            <a:ext cx="781542" cy="9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54FE6E47-41C2-601E-740D-ADDA279E1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623" y="3026330"/>
            <a:ext cx="998103" cy="99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Spring Boot: The Most Notable Features You Should Know - DZone">
            <a:extLst>
              <a:ext uri="{FF2B5EF4-FFF2-40B4-BE49-F238E27FC236}">
                <a16:creationId xmlns:a16="http://schemas.microsoft.com/office/drawing/2014/main" id="{11AE9807-5F40-D36D-5BAE-25BBAC316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777" y="3039044"/>
            <a:ext cx="954648" cy="85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>
            <a:spLocks noGrp="1"/>
          </p:cNvSpPr>
          <p:nvPr>
            <p:ph type="title"/>
          </p:nvPr>
        </p:nvSpPr>
        <p:spPr>
          <a:xfrm>
            <a:off x="599000" y="553250"/>
            <a:ext cx="2733300" cy="11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Demo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276" name="Google Shape;276;p31"/>
          <p:cNvPicPr preferRelativeResize="0"/>
          <p:nvPr/>
        </p:nvPicPr>
        <p:blipFill rotWithShape="1">
          <a:blip r:embed="rId3">
            <a:alphaModFix/>
          </a:blip>
          <a:srcRect l="15393" t="14261" r="15393" b="14254"/>
          <a:stretch/>
        </p:blipFill>
        <p:spPr>
          <a:xfrm>
            <a:off x="4395900" y="434300"/>
            <a:ext cx="4001400" cy="41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/>
          <p:nvPr/>
        </p:nvSpPr>
        <p:spPr>
          <a:xfrm>
            <a:off x="1237610" y="2632360"/>
            <a:ext cx="1853648" cy="9523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0"/>
          <p:cNvSpPr/>
          <p:nvPr/>
        </p:nvSpPr>
        <p:spPr>
          <a:xfrm>
            <a:off x="6129585" y="2673722"/>
            <a:ext cx="1853648" cy="9523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40"/>
          <p:cNvSpPr txBox="1">
            <a:spLocks noGrp="1"/>
          </p:cNvSpPr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</a:t>
            </a:r>
            <a:r>
              <a:rPr lang="en-US" dirty="0"/>
              <a:t>I</a:t>
            </a:r>
            <a:r>
              <a:rPr lang="en" dirty="0"/>
              <a:t> would </a:t>
            </a:r>
            <a:r>
              <a:rPr lang="en" dirty="0">
                <a:solidFill>
                  <a:schemeClr val="dk2"/>
                </a:solidFill>
              </a:rPr>
              <a:t>Change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2" name="Google Shape;437;p40">
            <a:extLst>
              <a:ext uri="{FF2B5EF4-FFF2-40B4-BE49-F238E27FC236}">
                <a16:creationId xmlns:a16="http://schemas.microsoft.com/office/drawing/2014/main" id="{0B4E6D97-F7B0-DA0C-FBDD-B109D53C0FF7}"/>
              </a:ext>
            </a:extLst>
          </p:cNvPr>
          <p:cNvSpPr/>
          <p:nvPr/>
        </p:nvSpPr>
        <p:spPr>
          <a:xfrm>
            <a:off x="1237610" y="1391427"/>
            <a:ext cx="1853648" cy="952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10" descr="Django Community Logo PNG Transparent &amp; SVG Vector - Freebie Supply">
            <a:extLst>
              <a:ext uri="{FF2B5EF4-FFF2-40B4-BE49-F238E27FC236}">
                <a16:creationId xmlns:a16="http://schemas.microsoft.com/office/drawing/2014/main" id="{711B43EB-9F13-A5CB-2976-EF2077BE1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2744" y="2397133"/>
            <a:ext cx="2007330" cy="150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Node.js Logo PNG Transparent &amp; SVG Vector - Freebie Supply">
            <a:extLst>
              <a:ext uri="{FF2B5EF4-FFF2-40B4-BE49-F238E27FC236}">
                <a16:creationId xmlns:a16="http://schemas.microsoft.com/office/drawing/2014/main" id="{C6C70FC3-022B-B042-EA2E-9F5C3C9B9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675" y="2761661"/>
            <a:ext cx="1245418" cy="76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AEC68A-C2A9-1FF2-B572-84C9F023B1F3}"/>
              </a:ext>
            </a:extLst>
          </p:cNvPr>
          <p:cNvSpPr txBox="1"/>
          <p:nvPr/>
        </p:nvSpPr>
        <p:spPr>
          <a:xfrm>
            <a:off x="3741194" y="2773738"/>
            <a:ext cx="18684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Use a different framework other than Spring Boot </a:t>
            </a:r>
          </a:p>
        </p:txBody>
      </p:sp>
      <p:sp>
        <p:nvSpPr>
          <p:cNvPr id="17" name="Google Shape;437;p40">
            <a:extLst>
              <a:ext uri="{FF2B5EF4-FFF2-40B4-BE49-F238E27FC236}">
                <a16:creationId xmlns:a16="http://schemas.microsoft.com/office/drawing/2014/main" id="{D3F4C023-10EE-92EC-7FFB-0205B04DEA26}"/>
              </a:ext>
            </a:extLst>
          </p:cNvPr>
          <p:cNvSpPr/>
          <p:nvPr/>
        </p:nvSpPr>
        <p:spPr>
          <a:xfrm>
            <a:off x="6129585" y="1398240"/>
            <a:ext cx="1853648" cy="952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Picture 6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BE33CD7F-36FC-4AA0-4143-6C721F001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3573" y="1666822"/>
            <a:ext cx="1588089" cy="42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0" descr="SQL Server Monitoring and Performance Management with Instana | IBM">
            <a:extLst>
              <a:ext uri="{FF2B5EF4-FFF2-40B4-BE49-F238E27FC236}">
                <a16:creationId xmlns:a16="http://schemas.microsoft.com/office/drawing/2014/main" id="{33F1212A-2419-9DB2-99CF-912F330C8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946" y="1101622"/>
            <a:ext cx="2030875" cy="153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C98163ED-19C0-97C5-4535-BF2FD36719D6}"/>
              </a:ext>
            </a:extLst>
          </p:cNvPr>
          <p:cNvSpPr/>
          <p:nvPr/>
        </p:nvSpPr>
        <p:spPr>
          <a:xfrm>
            <a:off x="3624657" y="1434537"/>
            <a:ext cx="2007330" cy="8797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10C82-FF8C-805D-82A0-A318C92C7D7C}"/>
              </a:ext>
            </a:extLst>
          </p:cNvPr>
          <p:cNvSpPr txBox="1"/>
          <p:nvPr/>
        </p:nvSpPr>
        <p:spPr>
          <a:xfrm>
            <a:off x="3568310" y="1713698"/>
            <a:ext cx="2007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Mongo DB for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/>
          <p:nvPr/>
        </p:nvSpPr>
        <p:spPr>
          <a:xfrm flipH="1">
            <a:off x="1009550" y="1102450"/>
            <a:ext cx="3022500" cy="293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4"/>
          <p:cNvSpPr txBox="1">
            <a:spLocks noGrp="1"/>
          </p:cNvSpPr>
          <p:nvPr>
            <p:ph type="title"/>
          </p:nvPr>
        </p:nvSpPr>
        <p:spPr>
          <a:xfrm>
            <a:off x="1312100" y="1331500"/>
            <a:ext cx="2417400" cy="12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What is </a:t>
            </a:r>
            <a:r>
              <a:rPr lang="en" dirty="0">
                <a:solidFill>
                  <a:schemeClr val="lt1"/>
                </a:solidFill>
              </a:rPr>
              <a:t>Next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97" name="Google Shape;297;p34"/>
          <p:cNvSpPr txBox="1">
            <a:spLocks noGrp="1"/>
          </p:cNvSpPr>
          <p:nvPr>
            <p:ph type="subTitle" idx="1"/>
          </p:nvPr>
        </p:nvSpPr>
        <p:spPr>
          <a:xfrm>
            <a:off x="1332350" y="2549613"/>
            <a:ext cx="2376900" cy="12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Char.js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Workout routines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Workout Challenges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Trial Run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Barcode Scanner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2" descr="Brandfetch | Chartjs Logos &amp; Brand Assets">
            <a:extLst>
              <a:ext uri="{FF2B5EF4-FFF2-40B4-BE49-F238E27FC236}">
                <a16:creationId xmlns:a16="http://schemas.microsoft.com/office/drawing/2014/main" id="{DEF0C8D6-4187-44F0-1C0A-84B51E5B1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850" y="1096917"/>
            <a:ext cx="2195286" cy="219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What Is A MACRO!? And Why Macros Matter! | Redefining Strength">
            <a:extLst>
              <a:ext uri="{FF2B5EF4-FFF2-40B4-BE49-F238E27FC236}">
                <a16:creationId xmlns:a16="http://schemas.microsoft.com/office/drawing/2014/main" id="{FE57F79C-0D70-3631-EA39-D8F8EC534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466" y="1286657"/>
            <a:ext cx="2014367" cy="200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nal Project Proposal by Slidesgo">
  <a:themeElements>
    <a:clrScheme name="Simple Light">
      <a:dk1>
        <a:srgbClr val="000000"/>
      </a:dk1>
      <a:lt1>
        <a:srgbClr val="FFFFFF"/>
      </a:lt1>
      <a:dk2>
        <a:srgbClr val="FF725E"/>
      </a:dk2>
      <a:lt2>
        <a:srgbClr val="000000"/>
      </a:lt2>
      <a:accent1>
        <a:srgbClr val="FF725E"/>
      </a:accent1>
      <a:accent2>
        <a:srgbClr val="FF725E"/>
      </a:accent2>
      <a:accent3>
        <a:srgbClr val="F6B1A7"/>
      </a:accent3>
      <a:accent4>
        <a:srgbClr val="F6B1A7"/>
      </a:accent4>
      <a:accent5>
        <a:srgbClr val="FF725E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On-screen Show (16:9)</PresentationFormat>
  <Paragraphs>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Montserrat</vt:lpstr>
      <vt:lpstr>Sarala</vt:lpstr>
      <vt:lpstr>Final Project Proposal by Slidesgo</vt:lpstr>
      <vt:lpstr>BetterFit</vt:lpstr>
      <vt:lpstr>Other Apps</vt:lpstr>
      <vt:lpstr>PROJECT GOALS</vt:lpstr>
      <vt:lpstr>Tech Stack</vt:lpstr>
      <vt:lpstr>Demo</vt:lpstr>
      <vt:lpstr>What I would Change</vt:lpstr>
      <vt:lpstr>What is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BetterFit</dc:title>
  <cp:lastModifiedBy>Benjamin Casillas</cp:lastModifiedBy>
  <cp:revision>1</cp:revision>
  <dcterms:modified xsi:type="dcterms:W3CDTF">2023-11-29T21:59:05Z</dcterms:modified>
</cp:coreProperties>
</file>